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AFF69-C1D6-9C30-D02D-13ACE0A99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BF0F59-FAE0-F02E-B547-5FC22958C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814C6F-C254-C2C2-0272-2225414A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8C5427-D5F5-A747-5369-66FAB5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D18BF9-1BC6-AEBC-7DFC-2562144D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1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DA575-4BF8-C50B-D2CC-2AB78C44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7C5119-0E04-38BA-F27D-DD505DAD6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2AAC53-BA7F-3403-8D51-62042276B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C57093-111C-F32F-ED76-895E445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AE607-9179-D532-D58B-C6AAD7A8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19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1075D-1D1E-39DC-1AF8-7B671EAE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185CEA-38BB-ADC9-3AA1-31A9DB69B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AF1EE3-E7B5-FFC4-2EFC-16FCBA4C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9BD55A-6EE2-EAC3-3923-DD404DEC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7FF2DA-4EEC-858E-6C79-8712EEBA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44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A4C40-04CC-AC68-66BD-77C5C5ED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E879C9-10D1-37BC-F923-EA5050406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00162E-C5FC-4B58-A6E5-29A763C24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AA3762-30C2-5833-3DE1-ABA47CAE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E627B5-E2C8-A6EF-546E-15E04CD8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46CDC-8AEF-CAC4-210D-8D783785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53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0A26E-DE10-61F0-F559-55E4322D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3950EF-3FCD-03E5-57B2-69984FBEB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5EF030-1DAE-108D-6CAA-E7E798717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0876C6-4B35-F2C7-3AD9-5E5AC3698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8E32CF-5B8D-B0F3-0439-85A953B8F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93F302-3340-4FDF-435F-176E9B662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B1861A-AB79-2D6A-D291-F30D32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3D2810-9885-C56E-B661-5F6FFF55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4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48B7A-DBE5-D79F-5A03-ABD50D61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DCD256-64F5-7BA4-63D0-8BE776C0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5BF478-E876-7882-1DEF-5FC9277F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DC2DAA-6023-75C7-8A85-7EF3C3E2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84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C5354D-F9D2-351F-EC8B-4ED52435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714C51-EE97-72F3-5C28-C3367B46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28D3BE-6D1F-AF6F-76A7-4124F282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70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42772-B6FD-7943-EA6C-48A799A0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4FD58-0132-3F97-A87E-0144A8C08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A76C28-F2EF-48ED-ECBE-614D14EA4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9187CA-A4D7-9BA8-B4EF-528199F6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8DFA53-67C5-59BE-7B24-D334C73A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31E81A-91DE-30D3-6484-7634EE7F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09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D67E6-FE09-D62F-B884-53167F1F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71F094-7B60-34FA-61EF-755DB9511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5E6400-EB0C-E036-BA84-7609FB968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B7F221-6E9C-8F97-46B6-8CC8C341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460993-99D4-0C71-0737-F926025E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83C26D-726C-471D-FE24-0A70BA93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13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437E3-02E9-C4FD-59D7-C3AAC848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F28187-8ED8-7F0A-D31F-11B46B6D3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42C885-9DCE-F59D-FEAA-0E14A863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67AA35-F816-FE76-3987-AD543CB2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1E9D8-E08B-5D6B-A814-F31E4171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45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6E6EEE-074A-DE90-4E25-4AE996BCE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4975DB-E243-1BC6-369F-9F47F6F16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FC17B5-9BF8-B522-967D-1E6A142F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866F04-6404-1C7F-DF7A-85C6E446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4AACCE-AC32-6867-BC1B-1D72099F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84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6A67B-817C-79AF-3F1C-1C30AA4D7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141A95-4FCE-2BD6-F50F-9F748759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E33DE9-CE1E-6FB9-1AD0-579775D6F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C973D-5DF2-4A82-961E-4B2201C52DE2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6FE704-152A-35BE-A0E7-7E6A13C7E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14D995-343C-0785-F573-3F33EA6F6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4F8DD-36E5-461F-BA28-C5C0F07D6D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76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BDE544-A1D8-F891-E022-9B7274A0F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586"/>
            <a:ext cx="2913639" cy="63054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F1A708-FC7A-08B3-0906-0FC2712CB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509" y="552586"/>
            <a:ext cx="2913639" cy="63054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B72283-3B67-1C23-F50F-A2271311B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020" y="552584"/>
            <a:ext cx="2913640" cy="6305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476C5F-87E4-44E0-7997-3F255281A148}"/>
              </a:ext>
            </a:extLst>
          </p:cNvPr>
          <p:cNvSpPr txBox="1"/>
          <p:nvPr/>
        </p:nvSpPr>
        <p:spPr>
          <a:xfrm>
            <a:off x="0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02901-163A-0204-CBEE-9EE70AE08349}"/>
              </a:ext>
            </a:extLst>
          </p:cNvPr>
          <p:cNvSpPr txBox="1"/>
          <p:nvPr/>
        </p:nvSpPr>
        <p:spPr>
          <a:xfrm>
            <a:off x="4511509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73FA4-4488-D9F2-3806-6C1937378721}"/>
              </a:ext>
            </a:extLst>
          </p:cNvPr>
          <p:cNvSpPr txBox="1"/>
          <p:nvPr/>
        </p:nvSpPr>
        <p:spPr>
          <a:xfrm>
            <a:off x="9023018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262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C32879-8F6B-A3FD-C749-0BA5FD3A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164"/>
            <a:ext cx="2910599" cy="62988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1C7FCF-E3DD-FCA3-0DED-0109EB372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45" y="559164"/>
            <a:ext cx="2903370" cy="62988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E6D6D1-26BA-CE74-9D4B-B07E09F92B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03" t="61945" r="56323" b="4326"/>
          <a:stretch>
            <a:fillRect/>
          </a:stretch>
        </p:blipFill>
        <p:spPr>
          <a:xfrm>
            <a:off x="8747051" y="559164"/>
            <a:ext cx="3444949" cy="3111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8BDB7A-0B3C-F215-C402-AE9D568A81FC}"/>
              </a:ext>
            </a:extLst>
          </p:cNvPr>
          <p:cNvSpPr txBox="1"/>
          <p:nvPr/>
        </p:nvSpPr>
        <p:spPr>
          <a:xfrm>
            <a:off x="0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2DC0B-8DD0-388D-B8E7-B31781C35C33}"/>
              </a:ext>
            </a:extLst>
          </p:cNvPr>
          <p:cNvSpPr txBox="1"/>
          <p:nvPr/>
        </p:nvSpPr>
        <p:spPr>
          <a:xfrm>
            <a:off x="4515445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1FCE2A-7D00-2884-E3F8-398C488E7FD7}"/>
              </a:ext>
            </a:extLst>
          </p:cNvPr>
          <p:cNvSpPr txBox="1"/>
          <p:nvPr/>
        </p:nvSpPr>
        <p:spPr>
          <a:xfrm>
            <a:off x="8747051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704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DE6D9F-E525-4FCB-40AC-010AA772E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818"/>
            <a:ext cx="5304901" cy="296742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DCB930-69F6-50CA-3DCE-5077EF3C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102" y="1268818"/>
            <a:ext cx="5365898" cy="30296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86D786-96F7-0CEA-1260-4A6C24A31A8B}"/>
              </a:ext>
            </a:extLst>
          </p:cNvPr>
          <p:cNvSpPr txBox="1"/>
          <p:nvPr/>
        </p:nvSpPr>
        <p:spPr>
          <a:xfrm>
            <a:off x="6826102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014227-F67E-C400-058B-D26B05B51565}"/>
              </a:ext>
            </a:extLst>
          </p:cNvPr>
          <p:cNvSpPr txBox="1"/>
          <p:nvPr/>
        </p:nvSpPr>
        <p:spPr>
          <a:xfrm>
            <a:off x="327774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956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61221D-DF0E-CDED-6A5A-4C2721D81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500" y="1297173"/>
            <a:ext cx="4389500" cy="2560542"/>
          </a:xfrm>
          <a:prstGeom prst="rect">
            <a:avLst/>
          </a:prstGeom>
        </p:spPr>
      </p:pic>
      <p:pic>
        <p:nvPicPr>
          <p:cNvPr id="4" name="IMG_6138">
            <a:hlinkClick r:id="" action="ppaction://media"/>
            <a:extLst>
              <a:ext uri="{FF2B5EF4-FFF2-40B4-BE49-F238E27FC236}">
                <a16:creationId xmlns:a16="http://schemas.microsoft.com/office/drawing/2014/main" id="{5D3C1920-068B-DA46-2F67-DFD905B06C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97173"/>
            <a:ext cx="5878085" cy="2645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09275D-5ADF-C276-2FB9-1563BCBC52E0}"/>
              </a:ext>
            </a:extLst>
          </p:cNvPr>
          <p:cNvSpPr txBox="1"/>
          <p:nvPr/>
        </p:nvSpPr>
        <p:spPr>
          <a:xfrm>
            <a:off x="7802500" y="13157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AD3C5-F172-E1B2-3E12-05A3C09AC8A5}"/>
              </a:ext>
            </a:extLst>
          </p:cNvPr>
          <p:cNvSpPr txBox="1"/>
          <p:nvPr/>
        </p:nvSpPr>
        <p:spPr>
          <a:xfrm>
            <a:off x="334351" y="0"/>
            <a:ext cx="7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6545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</Words>
  <Application>Microsoft Office PowerPoint</Application>
  <PresentationFormat>Широкоэкранный</PresentationFormat>
  <Paragraphs>10</Paragraphs>
  <Slides>4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Ангелина Попова</dc:creator>
  <cp:lastModifiedBy>Ангелина Попова</cp:lastModifiedBy>
  <cp:revision>1</cp:revision>
  <dcterms:created xsi:type="dcterms:W3CDTF">2026-10-17T00:03:33Z</dcterms:created>
  <dcterms:modified xsi:type="dcterms:W3CDTF">2026-10-17T00:17:14Z</dcterms:modified>
</cp:coreProperties>
</file>